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60" r:id="rId2"/>
    <p:sldId id="261" r:id="rId3"/>
    <p:sldId id="262" r:id="rId4"/>
    <p:sldId id="263" r:id="rId5"/>
    <p:sldId id="267" r:id="rId6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509E5C-5463-4E44-9A54-B9A592B2AF08}" v="1" dt="2021-01-25T00:21:48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45"/>
    <p:restoredTop sz="94698"/>
  </p:normalViewPr>
  <p:slideViewPr>
    <p:cSldViewPr snapToGrid="0" snapToObjects="1">
      <p:cViewPr varScale="1">
        <p:scale>
          <a:sx n="117" d="100"/>
          <a:sy n="117" d="100"/>
        </p:scale>
        <p:origin x="3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ini Choudhury" userId="9e8fe060648adf05" providerId="LiveId" clId="{21509E5C-5463-4E44-9A54-B9A592B2AF08}"/>
    <pc:docChg chg="custSel modSld">
      <pc:chgData name="Shalini Choudhury" userId="9e8fe060648adf05" providerId="LiveId" clId="{21509E5C-5463-4E44-9A54-B9A592B2AF08}" dt="2021-01-25T00:23:05.955" v="13" actId="1076"/>
      <pc:docMkLst>
        <pc:docMk/>
      </pc:docMkLst>
      <pc:sldChg chg="modSp mod">
        <pc:chgData name="Shalini Choudhury" userId="9e8fe060648adf05" providerId="LiveId" clId="{21509E5C-5463-4E44-9A54-B9A592B2AF08}" dt="2021-01-25T00:23:05.955" v="13" actId="1076"/>
        <pc:sldMkLst>
          <pc:docMk/>
          <pc:sldMk cId="1072716999" sldId="260"/>
        </pc:sldMkLst>
        <pc:spChg chg="mod">
          <ac:chgData name="Shalini Choudhury" userId="9e8fe060648adf05" providerId="LiveId" clId="{21509E5C-5463-4E44-9A54-B9A592B2AF08}" dt="2021-01-25T00:23:05.955" v="13" actId="1076"/>
          <ac:spMkLst>
            <pc:docMk/>
            <pc:sldMk cId="1072716999" sldId="260"/>
            <ac:spMk id="2" creationId="{00000000-0000-0000-0000-000000000000}"/>
          </ac:spMkLst>
        </pc:spChg>
        <pc:spChg chg="mod">
          <ac:chgData name="Shalini Choudhury" userId="9e8fe060648adf05" providerId="LiveId" clId="{21509E5C-5463-4E44-9A54-B9A592B2AF08}" dt="2021-01-25T00:20:17.703" v="8" actId="20577"/>
          <ac:spMkLst>
            <pc:docMk/>
            <pc:sldMk cId="1072716999" sldId="260"/>
            <ac:spMk id="3" creationId="{00000000-0000-0000-0000-000000000000}"/>
          </ac:spMkLst>
        </pc:spChg>
      </pc:sldChg>
      <pc:sldChg chg="modSp mod">
        <pc:chgData name="Shalini Choudhury" userId="9e8fe060648adf05" providerId="LiveId" clId="{21509E5C-5463-4E44-9A54-B9A592B2AF08}" dt="2021-01-25T00:21:48.609" v="12" actId="27636"/>
        <pc:sldMkLst>
          <pc:docMk/>
          <pc:sldMk cId="1029385628" sldId="261"/>
        </pc:sldMkLst>
        <pc:spChg chg="mod">
          <ac:chgData name="Shalini Choudhury" userId="9e8fe060648adf05" providerId="LiveId" clId="{21509E5C-5463-4E44-9A54-B9A592B2AF08}" dt="2021-01-25T00:21:48.609" v="12" actId="27636"/>
          <ac:spMkLst>
            <pc:docMk/>
            <pc:sldMk cId="1029385628" sldId="2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47564-21A5-454D-BCF9-1BB615F36A86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A936B7-4C04-184F-ADE9-1FDCD8565E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172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6D9BE-0E66-234A-9A6D-7D0DE9A5EE45}" type="datetimeFigureOut">
              <a:rPr lang="en-US" smtClean="0"/>
              <a:t>1/24/2021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1D7E0-9516-D54F-8F61-771FA8EEE6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2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an.rstudi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studio.com/products/rstudio/download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1771"/>
            <a:ext cx="7886700" cy="1325563"/>
          </a:xfrm>
        </p:spPr>
        <p:txBody>
          <a:bodyPr/>
          <a:lstStyle/>
          <a:p>
            <a:r>
              <a:rPr lang="en-US" dirty="0"/>
              <a:t>FIRST get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686" y="1329678"/>
            <a:ext cx="8595839" cy="4820751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ea typeface="Courier" charset="0"/>
                <a:cs typeface="Courier" charset="0"/>
              </a:rPr>
              <a:t>Click on </a:t>
            </a:r>
            <a:r>
              <a:rPr lang="en-US" sz="2600" dirty="0">
                <a:ea typeface="Courier" charset="0"/>
                <a:cs typeface="Courier" charset="0"/>
                <a:hlinkClick r:id="rId2"/>
              </a:rPr>
              <a:t>https://cran.rstudio.com/</a:t>
            </a:r>
            <a:endParaRPr lang="en-US" sz="2600" dirty="0">
              <a:ea typeface="Courier" charset="0"/>
              <a:cs typeface="Courier" charset="0"/>
            </a:endParaRPr>
          </a:p>
          <a:p>
            <a:r>
              <a:rPr lang="en-US" sz="2600" dirty="0">
                <a:ea typeface="Courier" charset="0"/>
                <a:cs typeface="Courier" charset="0"/>
              </a:rPr>
              <a:t>Select a link for your operating system. </a:t>
            </a:r>
            <a:r>
              <a:rPr lang="en-US" sz="2600" dirty="0"/>
              <a:t>Most of you will either click:</a:t>
            </a:r>
            <a:endParaRPr lang="en-US" sz="2600" dirty="0">
              <a:ea typeface="Courier" charset="0"/>
              <a:cs typeface="Courier" charset="0"/>
            </a:endParaRPr>
          </a:p>
          <a:p>
            <a:pPr lvl="1"/>
            <a:r>
              <a:rPr lang="en-US" u="sng" dirty="0"/>
              <a:t>Download R for (Mac) OS X</a:t>
            </a:r>
          </a:p>
          <a:p>
            <a:pPr lvl="1"/>
            <a:r>
              <a:rPr lang="en-US" u="sng" dirty="0"/>
              <a:t>Download R for Window</a:t>
            </a:r>
            <a:r>
              <a:rPr lang="en-US" dirty="0"/>
              <a:t>s</a:t>
            </a:r>
            <a:endParaRPr lang="en-US" dirty="0">
              <a:ea typeface="Courier" charset="0"/>
              <a:cs typeface="Courier" charset="0"/>
            </a:endParaRPr>
          </a:p>
          <a:p>
            <a:r>
              <a:rPr lang="en-US" dirty="0">
                <a:ea typeface="Courier" charset="0"/>
                <a:cs typeface="Courier" charset="0"/>
              </a:rPr>
              <a:t>Then, </a:t>
            </a:r>
          </a:p>
          <a:p>
            <a:pPr marL="571500" lvl="1" indent="-385763"/>
            <a:r>
              <a:rPr lang="en-US" dirty="0">
                <a:ea typeface="Courier" charset="0"/>
                <a:cs typeface="Courier" charset="0"/>
              </a:rPr>
              <a:t>for Macs, select: </a:t>
            </a:r>
            <a:r>
              <a:rPr lang="mr-IN" u="sng" dirty="0" err="1"/>
              <a:t>R</a:t>
            </a:r>
            <a:r>
              <a:rPr lang="mr-IN" u="sng" dirty="0"/>
              <a:t>-</a:t>
            </a:r>
            <a:r>
              <a:rPr lang="en-US" u="sng" dirty="0"/>
              <a:t>#</a:t>
            </a:r>
            <a:r>
              <a:rPr lang="mr-IN" u="sng" dirty="0"/>
              <a:t>.</a:t>
            </a:r>
            <a:r>
              <a:rPr lang="en-US" u="sng" dirty="0"/>
              <a:t>#</a:t>
            </a:r>
            <a:r>
              <a:rPr lang="mr-IN" u="sng" dirty="0"/>
              <a:t>.</a:t>
            </a:r>
            <a:r>
              <a:rPr lang="en-US" u="sng" dirty="0"/>
              <a:t>#</a:t>
            </a:r>
            <a:r>
              <a:rPr lang="mr-IN" u="sng" dirty="0"/>
              <a:t>.</a:t>
            </a:r>
            <a:r>
              <a:rPr lang="mr-IN" u="sng" dirty="0" err="1"/>
              <a:t>pkg</a:t>
            </a:r>
            <a:r>
              <a:rPr lang="en-US" u="sng" dirty="0"/>
              <a:t> </a:t>
            </a:r>
            <a:r>
              <a:rPr lang="en-US" i="1" dirty="0"/>
              <a:t> </a:t>
            </a:r>
            <a:r>
              <a:rPr lang="en-US" sz="1700" i="1" dirty="0"/>
              <a:t>(online “#” represents an actual number, e.g., R-4.0.3.pkg)</a:t>
            </a:r>
          </a:p>
          <a:p>
            <a:pPr marL="571500" lvl="1" indent="-385763"/>
            <a:r>
              <a:rPr lang="en-US" dirty="0">
                <a:ea typeface="Courier" charset="0"/>
                <a:cs typeface="Courier" charset="0"/>
              </a:rPr>
              <a:t>for PCs, select </a:t>
            </a:r>
            <a:r>
              <a:rPr lang="en-US" u="sng" dirty="0">
                <a:ea typeface="Courier" charset="0"/>
                <a:cs typeface="Courier" charset="0"/>
              </a:rPr>
              <a:t>base</a:t>
            </a:r>
            <a:r>
              <a:rPr lang="en-US" dirty="0">
                <a:ea typeface="Courier" charset="0"/>
                <a:cs typeface="Courier" charset="0"/>
              </a:rPr>
              <a:t> then click </a:t>
            </a:r>
            <a:r>
              <a:rPr lang="en-US" u="sng" dirty="0"/>
              <a:t>Download R #.#.# for Windows</a:t>
            </a:r>
            <a:endParaRPr lang="en-US" dirty="0">
              <a:ea typeface="Courier" charset="0"/>
              <a:cs typeface="Courier" charset="0"/>
            </a:endParaRPr>
          </a:p>
          <a:p>
            <a:r>
              <a:rPr lang="en-US" dirty="0">
                <a:ea typeface="Courier" charset="0"/>
                <a:cs typeface="Courier" charset="0"/>
              </a:rPr>
              <a:t>Follow remaining instructions.  </a:t>
            </a:r>
          </a:p>
          <a:p>
            <a:pPr marL="239713" indent="0">
              <a:buNone/>
            </a:pPr>
            <a:r>
              <a:rPr lang="en-US" i="1" dirty="0">
                <a:ea typeface="Courier" charset="0"/>
                <a:cs typeface="Courier" charset="0"/>
              </a:rPr>
              <a:t>Note,  R should be stored where your other applications/programs are stored (</a:t>
            </a:r>
            <a:r>
              <a:rPr lang="en-US" i="1" dirty="0" err="1">
                <a:ea typeface="Courier" charset="0"/>
                <a:cs typeface="Courier" charset="0"/>
              </a:rPr>
              <a:t>e.g</a:t>
            </a:r>
            <a:r>
              <a:rPr lang="en-US" i="1" dirty="0">
                <a:ea typeface="Courier" charset="0"/>
                <a:cs typeface="Courier" charset="0"/>
              </a:rPr>
              <a:t>, Excel or Numbers).  Often defaults in the instructions for downloading will do so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072716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Get RStudio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8401050" cy="49180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Go to </a:t>
            </a:r>
          </a:p>
          <a:p>
            <a:pPr marL="0" indent="0" algn="ctr">
              <a:buNone/>
            </a:pPr>
            <a:r>
              <a:rPr lang="en-US" dirty="0">
                <a:hlinkClick r:id="rId2"/>
              </a:rPr>
              <a:t>https://rstudio.com/products/rstudio/download/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Click on </a:t>
            </a:r>
            <a:r>
              <a:rPr lang="en-US" u="sng" dirty="0"/>
              <a:t>DOWNLOAD RSTUDIO FOR DESKTOP</a:t>
            </a:r>
          </a:p>
          <a:p>
            <a:r>
              <a:rPr lang="en-US" dirty="0"/>
              <a:t>Click </a:t>
            </a:r>
            <a:r>
              <a:rPr lang="en-US" u="sng" dirty="0"/>
              <a:t>DOWNLOAD</a:t>
            </a:r>
            <a:r>
              <a:rPr lang="en-US" dirty="0"/>
              <a:t> under the “Free” option</a:t>
            </a:r>
          </a:p>
          <a:p>
            <a:r>
              <a:rPr lang="en-US" dirty="0"/>
              <a:t>Under “Installers” Click on the link for your operating system.  Most of you will click either</a:t>
            </a:r>
          </a:p>
          <a:p>
            <a:pPr lvl="1"/>
            <a:r>
              <a:rPr lang="it-IT" u="sng" dirty="0" err="1"/>
              <a:t>RStudio</a:t>
            </a:r>
            <a:r>
              <a:rPr lang="it-IT" u="sng" dirty="0"/>
              <a:t> #.#.### (e.g., 1.1.463)- Windows Vista/7/8/10</a:t>
            </a:r>
          </a:p>
          <a:p>
            <a:pPr lvl="1"/>
            <a:r>
              <a:rPr lang="mr-IN" u="sng" dirty="0" err="1"/>
              <a:t>RStudio</a:t>
            </a:r>
            <a:r>
              <a:rPr lang="mr-IN" u="sng" dirty="0"/>
              <a:t> </a:t>
            </a:r>
            <a:r>
              <a:rPr lang="en-US" u="sng" dirty="0"/>
              <a:t>#</a:t>
            </a:r>
            <a:r>
              <a:rPr lang="mr-IN" u="sng" dirty="0"/>
              <a:t>.</a:t>
            </a:r>
            <a:r>
              <a:rPr lang="en-US" u="sng" dirty="0"/>
              <a:t>#.###</a:t>
            </a:r>
            <a:r>
              <a:rPr lang="mr-IN" u="sng" dirty="0"/>
              <a:t> - </a:t>
            </a:r>
            <a:r>
              <a:rPr lang="mr-IN" u="sng" dirty="0" err="1"/>
              <a:t>Mac</a:t>
            </a:r>
            <a:r>
              <a:rPr lang="mr-IN" u="sng" dirty="0"/>
              <a:t> OS X 10.6+ (64-bit)</a:t>
            </a:r>
            <a:endParaRPr lang="en-US" dirty="0"/>
          </a:p>
          <a:p>
            <a:r>
              <a:rPr lang="en-US" dirty="0"/>
              <a:t>Follow instructions from there</a:t>
            </a:r>
          </a:p>
          <a:p>
            <a:pPr marL="239713" indent="0">
              <a:buNone/>
            </a:pPr>
            <a:r>
              <a:rPr lang="en-US" i="1" dirty="0">
                <a:ea typeface="Courier" charset="0"/>
                <a:cs typeface="Courier" charset="0"/>
              </a:rPr>
              <a:t>Again, note that  </a:t>
            </a:r>
            <a:r>
              <a:rPr lang="en-US" i="1" dirty="0" err="1">
                <a:ea typeface="Courier" charset="0"/>
                <a:cs typeface="Courier" charset="0"/>
              </a:rPr>
              <a:t>RStudio</a:t>
            </a:r>
            <a:r>
              <a:rPr lang="en-US" i="1" dirty="0">
                <a:ea typeface="Courier" charset="0"/>
                <a:cs typeface="Courier" charset="0"/>
              </a:rPr>
              <a:t> should be stored where your other applications are stored.  Often defaults in the downloading instructions will store </a:t>
            </a:r>
            <a:r>
              <a:rPr lang="en-US" i="1" dirty="0" err="1">
                <a:ea typeface="Courier" charset="0"/>
                <a:cs typeface="Courier" charset="0"/>
              </a:rPr>
              <a:t>Rstudio</a:t>
            </a:r>
            <a:r>
              <a:rPr lang="en-US" i="1" dirty="0">
                <a:ea typeface="Courier" charset="0"/>
                <a:cs typeface="Courier" charset="0"/>
              </a:rPr>
              <a:t> in the right place.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385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do you see?</a:t>
            </a:r>
          </a:p>
          <a:p>
            <a:r>
              <a:rPr lang="en-US" dirty="0"/>
              <a:t>Find the window labeled </a:t>
            </a:r>
            <a:r>
              <a:rPr lang="en-US" dirty="0">
                <a:solidFill>
                  <a:srgbClr val="FF0000"/>
                </a:solidFill>
                <a:latin typeface="Courier" charset="0"/>
                <a:ea typeface="Courier" charset="0"/>
                <a:cs typeface="Courier" charset="0"/>
              </a:rPr>
              <a:t>Console</a:t>
            </a:r>
          </a:p>
          <a:p>
            <a:r>
              <a:rPr lang="en-US" dirty="0">
                <a:ea typeface="Courier" charset="0"/>
                <a:cs typeface="Courier" charset="0"/>
              </a:rPr>
              <a:t>The console is NOT be where you program.</a:t>
            </a:r>
          </a:p>
          <a:p>
            <a:r>
              <a:rPr lang="en-US" dirty="0">
                <a:ea typeface="Courier" charset="0"/>
                <a:cs typeface="Courier" charset="0"/>
              </a:rPr>
              <a:t>The console is where your commands execute.</a:t>
            </a:r>
          </a:p>
          <a:p>
            <a:r>
              <a:rPr lang="en-US" dirty="0">
                <a:ea typeface="Courier" charset="0"/>
                <a:cs typeface="Courier" charset="0"/>
              </a:rPr>
              <a:t>Using instructions on the next slide, execute commands directly in the console</a:t>
            </a:r>
          </a:p>
          <a:p>
            <a:r>
              <a:rPr lang="en-US" dirty="0">
                <a:ea typeface="Courier" charset="0"/>
                <a:cs typeface="Courier" charset="0"/>
              </a:rPr>
              <a:t>Note, it is ok to feel clueless/nervous/confused as you complete the next slide – it is just meant to expose you to R/</a:t>
            </a:r>
            <a:r>
              <a:rPr lang="en-US" dirty="0" err="1">
                <a:ea typeface="Courier" charset="0"/>
                <a:cs typeface="Courier" charset="0"/>
              </a:rPr>
              <a:t>Rstudio</a:t>
            </a:r>
            <a:r>
              <a:rPr lang="en-US" dirty="0">
                <a:ea typeface="Courier" charset="0"/>
                <a:cs typeface="Courier" charset="0"/>
              </a:rPr>
              <a:t>.  </a:t>
            </a:r>
            <a:r>
              <a:rPr lang="en-US" dirty="0">
                <a:ea typeface="Courier" charset="0"/>
                <a:cs typeface="Courier" charset="0"/>
                <a:sym typeface="Wingdings" pitchFamily="2" charset="2"/>
              </a:rPr>
              <a:t> </a:t>
            </a:r>
            <a:endParaRPr lang="en-US" dirty="0">
              <a:ea typeface="Courier" charset="0"/>
              <a:cs typeface="Courier" charset="0"/>
            </a:endParaRPr>
          </a:p>
          <a:p>
            <a:endParaRPr lang="en-US" dirty="0">
              <a:ea typeface="Courier" charset="0"/>
              <a:cs typeface="Courier" charset="0"/>
            </a:endParaRPr>
          </a:p>
          <a:p>
            <a:endParaRPr lang="en-US" dirty="0">
              <a:ea typeface="Courier" charset="0"/>
              <a:cs typeface="Courier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R-Studio</a:t>
            </a:r>
          </a:p>
        </p:txBody>
      </p:sp>
    </p:spTree>
    <p:extLst>
      <p:ext uri="{BB962C8B-B14F-4D97-AF65-F5344CB8AC3E}">
        <p14:creationId xmlns:p14="http://schemas.microsoft.com/office/powerpoint/2010/main" val="755989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window labeled </a:t>
            </a:r>
            <a:r>
              <a:rPr lang="en-US" dirty="0">
                <a:solidFill>
                  <a:srgbClr val="0070C0"/>
                </a:solidFill>
              </a:rPr>
              <a:t>console</a:t>
            </a:r>
            <a:r>
              <a:rPr lang="en-US" dirty="0"/>
              <a:t> do: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ea typeface="Courier" charset="0"/>
                <a:cs typeface="Courier" charset="0"/>
              </a:rPr>
              <a:t>Type: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2+2</a:t>
            </a: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Hit &lt;Enter&gt;</a:t>
            </a: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What do you see?</a:t>
            </a:r>
          </a:p>
          <a:p>
            <a:r>
              <a:rPr lang="en-US" dirty="0">
                <a:ea typeface="Courier" charset="0"/>
                <a:cs typeface="Courier" charset="0"/>
              </a:rPr>
              <a:t>Type:  </a:t>
            </a:r>
            <a:r>
              <a:rPr lang="mr-IN" dirty="0" err="1">
                <a:solidFill>
                  <a:schemeClr val="accent2">
                    <a:lumMod val="75000"/>
                  </a:schemeClr>
                </a:solidFill>
                <a:ea typeface="Courier" charset="0"/>
                <a:cs typeface="Courier" charset="0"/>
              </a:rPr>
              <a:t>dat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ea typeface="Courier" charset="0"/>
                <a:cs typeface="Courier" charset="0"/>
              </a:rPr>
              <a:t>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 &lt;- </a:t>
            </a:r>
            <a:r>
              <a:rPr lang="mr-IN" dirty="0" err="1">
                <a:solidFill>
                  <a:schemeClr val="accent2">
                    <a:lumMod val="75000"/>
                  </a:schemeClr>
                </a:solidFill>
                <a:ea typeface="Courier" charset="0"/>
                <a:cs typeface="Courier" charset="0"/>
              </a:rPr>
              <a:t>c</a:t>
            </a:r>
            <a:r>
              <a:rPr lang="mr-IN" dirty="0">
                <a:solidFill>
                  <a:schemeClr val="accent2">
                    <a:lumMod val="75000"/>
                  </a:schemeClr>
                </a:solidFill>
                <a:ea typeface="Courier" charset="0"/>
                <a:cs typeface="Courier" charset="0"/>
              </a:rPr>
              <a:t>(1,2,3,4,5,6,7,8,9,10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ea typeface="Courier" charset="0"/>
                <a:cs typeface="Courier" charset="0"/>
              </a:rPr>
              <a:t>)</a:t>
            </a: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Hit &lt;Enter&gt;</a:t>
            </a: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What do you see?</a:t>
            </a:r>
          </a:p>
          <a:p>
            <a:r>
              <a:rPr lang="en-US" dirty="0">
                <a:ea typeface="Courier" charset="0"/>
                <a:cs typeface="Courier" charset="0"/>
              </a:rPr>
              <a:t>Type:  </a:t>
            </a:r>
            <a:r>
              <a:rPr lang="mr-IN" dirty="0" err="1">
                <a:solidFill>
                  <a:schemeClr val="accent2">
                    <a:lumMod val="75000"/>
                  </a:schemeClr>
                </a:solidFill>
                <a:ea typeface="Courier" charset="0"/>
                <a:cs typeface="Courier" charset="0"/>
              </a:rPr>
              <a:t>dat</a:t>
            </a:r>
            <a:endParaRPr lang="en-US" dirty="0">
              <a:solidFill>
                <a:schemeClr val="accent2">
                  <a:lumMod val="75000"/>
                </a:schemeClr>
              </a:solidFill>
              <a:ea typeface="Courier" charset="0"/>
              <a:cs typeface="Courier" charset="0"/>
            </a:endParaRP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Hit &lt;Enter&gt;</a:t>
            </a: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What do you see?</a:t>
            </a:r>
          </a:p>
          <a:p>
            <a:r>
              <a:rPr lang="en-US" dirty="0">
                <a:ea typeface="Courier" charset="0"/>
                <a:cs typeface="Courier" charset="0"/>
              </a:rPr>
              <a:t>Type: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mean(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dat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urier" charset="0"/>
                <a:ea typeface="Courier" charset="0"/>
                <a:cs typeface="Courier" charset="0"/>
              </a:rPr>
              <a:t>)</a:t>
            </a: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Hit &lt;Enter&gt;</a:t>
            </a:r>
          </a:p>
          <a:p>
            <a:pPr marL="293688" indent="0">
              <a:buNone/>
            </a:pPr>
            <a:r>
              <a:rPr lang="en-US" dirty="0">
                <a:ea typeface="Courier" charset="0"/>
                <a:cs typeface="Courier" charset="0"/>
              </a:rPr>
              <a:t>What do you see?  Is the answer correct?</a:t>
            </a:r>
          </a:p>
          <a:p>
            <a:endParaRPr lang="en-US" dirty="0">
              <a:ea typeface="Courier" charset="0"/>
              <a:cs typeface="Courier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58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Congratulations!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You’ve just done some R Programming! </a:t>
            </a:r>
          </a:p>
        </p:txBody>
      </p:sp>
    </p:spTree>
    <p:extLst>
      <p:ext uri="{BB962C8B-B14F-4D97-AF65-F5344CB8AC3E}">
        <p14:creationId xmlns:p14="http://schemas.microsoft.com/office/powerpoint/2010/main" val="544305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405</TotalTime>
  <Words>382</Words>
  <Application>Microsoft Office PowerPoint</Application>
  <PresentationFormat>Letter Paper (8.5x11 in)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Courier</vt:lpstr>
      <vt:lpstr>Office Theme</vt:lpstr>
      <vt:lpstr>FIRST get R</vt:lpstr>
      <vt:lpstr>THEN Get RStudio</vt:lpstr>
      <vt:lpstr>Open R-Studio</vt:lpstr>
      <vt:lpstr>In the window labeled console do:</vt:lpstr>
      <vt:lpstr>Congratulations!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Sizes</dc:title>
  <dc:creator>Microsoft Office User</dc:creator>
  <cp:lastModifiedBy>Shalini Choudhury</cp:lastModifiedBy>
  <cp:revision>22</cp:revision>
  <dcterms:created xsi:type="dcterms:W3CDTF">2018-01-16T16:00:32Z</dcterms:created>
  <dcterms:modified xsi:type="dcterms:W3CDTF">2021-01-25T00:23:36Z</dcterms:modified>
</cp:coreProperties>
</file>